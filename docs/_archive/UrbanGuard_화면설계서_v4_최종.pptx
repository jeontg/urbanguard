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 (최종)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34개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2026-08-07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23개가 아직 없습니다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관제 화면(보는 기능)은 9개가 있고, 운영·대응·관리 화면이 비어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가장 큰 공백은 「대응」입니다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탐지해서 알려주는 데서 끝납니다. 지하차도 차단시설처럼 「막는 단계」가 없습니다.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권한 매트릭스가 개발의 입구입니다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이것이 확정되지 않으면 DB 스키마도 인증도 착수할 수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(34개)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있음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공백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모든 화면의 토대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최대 공백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예측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보수이력·시민제보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승인 화면 없음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전부 신규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설정 6개 + 관리자 2개가 통째로 없습니다 — 지자체가 지점을 하나 늘릴 때마다 우리가 출동해야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1920×1080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4114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719072"/>
            <a:ext cx="10561320" cy="438912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837943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8CFF"/>
                </a:solidFill>
                <a:latin typeface="맑은 고딕"/>
                <a:ea typeface="맑은 고딕"/>
              </a:rPr>
              <a:t>① 상태 스트립 (5개까지)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837943"/>
            <a:ext cx="7040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미처리 3    처리중 2    강수 12mm/h    CCTV 7/7    연계 4/4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2258568"/>
            <a:ext cx="576072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23865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807208"/>
            <a:ext cx="155448" cy="1554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78892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2697480"/>
            <a:ext cx="155448" cy="155448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67919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2935224"/>
            <a:ext cx="155448" cy="1554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9169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6" name="Oval 15"/>
          <p:cNvSpPr/>
          <p:nvPr/>
        </p:nvSpPr>
        <p:spPr>
          <a:xfrm>
            <a:off x="2880360" y="3392424"/>
            <a:ext cx="155448" cy="1554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3741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8" name="Oval 17"/>
          <p:cNvSpPr/>
          <p:nvPr/>
        </p:nvSpPr>
        <p:spPr>
          <a:xfrm>
            <a:off x="4709160" y="3593592"/>
            <a:ext cx="155448" cy="1554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57530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83133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● 심각/경계   ● 주의   ● 정상          [침수][인파][노면] 필터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258568"/>
            <a:ext cx="4507992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03720" y="238658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 (도메인 무관)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5432" y="2642615"/>
            <a:ext cx="4215384" cy="41148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995160" y="2770632"/>
            <a:ext cx="155448" cy="1554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269747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2904" y="2880359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67690"/>
                </a:solidFill>
                <a:latin typeface="맑은 고딕"/>
                <a:ea typeface="맑은 고딕"/>
              </a:rPr>
              <a:t>미처리 · 12분 경과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5432" y="3118103"/>
            <a:ext cx="4215384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995160" y="3246120"/>
            <a:ext cx="155448" cy="155448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317296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센텀A 인파 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335584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85432" y="3593591"/>
            <a:ext cx="4215384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995160" y="3721607"/>
            <a:ext cx="155448" cy="155448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364845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3831335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" y="4215383"/>
            <a:ext cx="10561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8408" y="4343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E2E"/>
                </a:solidFill>
                <a:latin typeface="맑은 고딕"/>
                <a:ea typeface="맑은 고딕"/>
              </a:rPr>
              <a:t>④ 선택 이벤트 상세 — 범내골교차로 침수 「경계」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" y="4617720"/>
            <a:ext cx="1600200" cy="8412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69848" y="49103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654296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등급 경계 (평시 대비 ↑2단계)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강수 12mm/h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예측 30분 후 「심각」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4946904"/>
            <a:ext cx="987552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0" y="502920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93023" y="4946904"/>
            <a:ext cx="987552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93023" y="502920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53728" y="4946904"/>
            <a:ext cx="987552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253728" y="502920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14432" y="4946904"/>
            <a:ext cx="987552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314432" y="502920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조치 기록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화면 이동 없이 「발견 → 확인 → 통보 → 기록」이 한 호흡에 끝납니다.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반응형과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 화면 필수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55448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구성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1600px+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 PC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4분할 그대로 · 정보 밀도 우선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1200~1600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노트북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지도:큐 = 6:4 · 상세는 하단 전체 폭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1024 이하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태블릿 (현장)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상단 / 큐 하단 세로 배치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640 이하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모바일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생략 · 이벤트 큐만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977639"/>
            <a:ext cx="534924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고정 px 레이아웃 금지 — 유동 그리드 + 상대 단위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표·차트는 자체 가로 스크롤 컨테이너에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모바일 지도 생략은 의도적 — 자리만 차지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⑤가 ⑥보다 앞입니다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상황판이 이벤트 위에 올라가는 구조입니다.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⑧을 앞으로 올렸습니다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「권고」만이면 부담은 작고 무게는 큽니다.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병행 가능 — 무인증 알림 엔드포인트 차단 · CDN 로컬 번들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1차 납품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화면 34개 중 23개 미개발.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전부 만들 것인지 범위를 자를 것인지 결정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도로 학습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해외 공개데이터 3회 실패.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S-43(시민 제보)이 현재로선 유일한 현실적 경로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모델 실환경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침수·인파 모두 부산 실환경 미검증.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시범운영 전까지 성능 보장 불가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예측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혼잡도 예측·평시 기준값 모두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운영 데이터 6개월 이상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  ·  2026-08-07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