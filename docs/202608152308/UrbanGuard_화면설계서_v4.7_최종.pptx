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2" r:id="rId33"/>
    <p:sldId id="283" r:id="rId34"/>
    <p:sldId id="284" r:id="rId35"/>
    <p:sldId id="285" r:id="rId36"/>
    <p:sldId id="286" r:id="rId37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35개 · 구현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2026-08-13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26개를 구현했습니다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 작성 시점에 23개가 비어 있었습니다. 설정·관리자 화면 8개가 전부 채워졌습니다.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「대응」 공백이 채워졌습니다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시설물 제어(S-11)를 「권고만」 모드로 구현했습니다. 되돌릴 수 없는 행위는 기본값에서 뺐습니다.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이제 병목은 AI 실환경 성능입니다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화면과 기반은 갖췄으나 「AI가 실제로 맞히는가」는 아직 증명되지 않았습니다.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(36개)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상황판 노면 카드 실상태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인수인계 미착수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제어 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목록을 S-80 지정과 일치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ROI 3종 · 선택 탐지 30초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S-44 실시간 관제 신설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 적용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일괄 등록·로고 편집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27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도로 노면 관리에 실시간 관제(S-44)가 더해져 세 도메인이 모두 같은 구성을 갖췄습니다. 남은 6개 중 2개는 외부 조건 대기입니다.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정보 위계 — 「많은 정보」와 「최소주의」의 화해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정보를 줄이는 대신 읽는 시간대별로 층을 나눕니다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47088"/>
            <a:ext cx="493776" cy="49377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739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84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지금 비상인가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재난단계 · 미처리 건수 · 강수 · 조위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하천 수위 · 시스템 상태 · 교대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상단 상태바 (항상)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907791"/>
            <a:ext cx="493776" cy="49377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62B"/>
                </a:solidFill>
                <a:latin typeface="맑은 고딕"/>
                <a:ea typeface="맑은 고딕"/>
              </a:rPr>
              <a:t>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455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어디서 무슨 일인가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지도 · 이벤트 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809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주 영역 (항상)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968496"/>
            <a:ext cx="493776" cy="49377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3분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조사·판단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이벤트 상세 · CCTV 그리드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위험도 타임라인 · 오늘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하단 전환 패널 (탭)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5029200"/>
            <a:ext cx="493776" cy="49377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9E52"/>
                </a:solidFill>
                <a:latin typeface="맑은 고딕"/>
                <a:ea typeface="맑은 고딕"/>
              </a:rPr>
              <a:t>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669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맥락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926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기상·수문·조위 상세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 이력 · 당직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023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우측 접이식 패널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8CFF"/>
                </a:solidFill>
                <a:latin typeface="맑은 고딕"/>
                <a:ea typeface="맑은 고딕"/>
              </a:rPr>
              <a:t>최소주의는 「화면 전체」가 아니라 「항상 보이는 영역」에 적용됩니다 — 3층·참조층은 평상시 시선을 뺏지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682495"/>
            <a:ext cx="10561320" cy="585216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773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맑은 고딕"/>
                <a:ea typeface="맑은 고딕"/>
              </a:rPr>
              <a:t>① 상태바 (7개)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556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재난단계 주의  │  미처리 3 · 처리중 2  │  강수 12mm/h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만조 14:50 (D-30분)  │  하천 2.1m (주의 3.0)  │  CCTV 7/7 · 모델 3/3 · 연계 0/4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359152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88950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712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779776"/>
            <a:ext cx="146304" cy="146304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9992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3456432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4381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3639311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2102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● 심각/경계  ● 주의  ● 정상      [침수][인파][노면][전체]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2359152"/>
            <a:ext cx="481888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74536" y="24688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2706624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647688" y="2779776"/>
            <a:ext cx="118872" cy="1188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734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3405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12분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6248" y="2999232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647688" y="3072384"/>
            <a:ext cx="118872" cy="118872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266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센텀A 인파 「붐빔」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291840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647688" y="3364992"/>
            <a:ext cx="118872" cy="118872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192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657600"/>
            <a:ext cx="4818888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745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맑은 고딕"/>
                <a:ea typeface="맑은 고딕"/>
              </a:rPr>
              <a:t>④ 환경 패널  [접기 ▲]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931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강수 12mm/h · 1h후 18mm 예보 │ 만조 14:50 — 저지대 주의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" y="4297680"/>
            <a:ext cx="10561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41832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1832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이벤트 상세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14600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CCTV 그리드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8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087368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위험도 타임라인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0136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0136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오늘 현황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" y="4773168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41832" y="5047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809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 (평시 대비 ↑2단계)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30분 후 「심각」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0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3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93023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53728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14432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14432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★ 조위(만조)를 넣은 이유 — 부산은 만조와 호우가 겹치면 배수가 안 됩니다. 강수량만으로는 저지대 위험을 판단할 수 없습니다.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7절 — 상태바 7개 · 하단 탭 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상태바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 단계 (관심/주의/경계/심각)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전체 대응 태세 — 모든 판단의 전제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미처리 / 처리중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지금 밀린 일의 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 (증감 화살표 포함)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침수의 선행 지표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조위 · 만조 시각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부산 저지대 침수의 결정 변수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하천 수위 (참조값 병기)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2.1m / 주의 3.0m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상태 (CCTV·모델·연계)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안 보이는 고장이 가장 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근무조·담당자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책임 소재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2512" y="1645920"/>
          <a:ext cx="512064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⑤ 하단 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상세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선택 이벤트 근거·조치 버튼 (기본)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그리드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 썸네일 일괄 · 등급별 테두리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위험도 타임라인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지점×시간 히트맵 — 기존 자산 재활용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오늘 현황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탐지·처리·평균 대응시간·통보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82512" y="3657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38544" y="3840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듀얼 모니터 확장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41513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2번 모니터에 CCTV 그리드 + 타임라인 상시 표출.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1번은 판단, 2번은 감시로 역할 분담.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정보를 더 넣자는 요구가 나올 때의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126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① 3초 안에 봐야 판단이 바뀌는가 → 예면 상태바, 아니면 하단 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② 상태바가 이미 7개인가 → 하나를 빼야 하나를 넣습니다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③ 다른 화면에서 볼 수 있는가 → 그렇다면 상황판에 넣지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v4.2 신규 — CCTV 통합 관리와 상시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S-80 · S-81 · S-30 — 세 탐지서비스가 CCTV를 공유합니다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CCTV 관리 — 3단계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CCTV 등록 — 지점이 존재한다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탐지서비스 지정 — 이 서비스가 쓴다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상시 탐지 — 요청 없이도 계속 본다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②만 켜면 「선택 탐지」입니다.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관제요원이 지점을 골라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도메인별 상시 탐지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연속 (약 5 fps)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지점당 5초 표본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지점당 15분 순회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검출 비용이 달라 같은 주기로 돌릴 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없습니다. 켠 지점 수만큼 CPU를 씁니다.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S-81 ROI — 도메인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도로 ROI (필수) · 저지대 · 차선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침입 금지 구역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노면 분석 구간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카메라라도 서비스마다 보는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영역이 다릅니다.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S-30 인파 CCTV 선택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 선택 → 30초 관측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인원·밀집도·배회·침입 + 스냅샷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전 지점 상시 분석은 CPU가 감당하지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못해 「고를 때만」 돌립니다.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위험등급은 관측 구간의 최댓값입니다.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v4.3 신규 — 운영 편의와 실탐지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S-40 · S-80 · S-81 · S-85 — 2026. 8. 12.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S-40 노면 현황 재작성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모의 데이터를 걷어내고 실제 탐지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결과를 싣습니다.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대상은 S-80 「노면 사용」 지정 CCTV.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지점을 고르면 오른쪽에 결과가 남고,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카드에서 바로 분석을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「분석 실패」를 따로 둡니다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미분석 — 아직 본 적 없음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분석 실패 — 프레임 0장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정상·주의·경계 — 실제 결과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프레임 0장인데 「정상」으로 두면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 본 구간을 점검 완료로 오해합니다.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일괄 등록·내려받기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교통정보 API 자동 수집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엑셀 업로드 (양식 제공)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목록 엑셀 내려받기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②③은 열이 같아 왕복 편집됩니다.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올리면 미리보기부터 — 확인 후 등록.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S-85 로고·솔루션명 · S-81 인파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좌측 상단 로고를 화면에서 교체하고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크기를 (556px, 116px) 로 표기합니다.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가운데 상단 문구도 편집합니다.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ROI 3종 — 분석 영역·침입 금지·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배회 감시. 교통 CCTV의 차도를 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v4.4 신규 — 가용성 확보와 노면 실시간 관제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S-44 · S-01 · S-80 — 2026. 8. 13.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서비스가 밤사이 죽었습니다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DNS 장애 중 8개 스레드가 1초마다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재접속하다 세그폴트(exit 139).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호스트가 안 풀리면 FFmpeg 미호출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재접속 간격 1→60초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죽으면 감시가 되살림 (실측 5초)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S-44 노면 실시간 관제 신설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「3/8 올림픽교차로 관측 중」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지금 어디를 보는지 보여 줍니다.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갱신 지연 · 반영 대기 · 관측 중을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구분해 표시합니다 — 「상시」 배지가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관측 중이라는 뜻은 아닙니다.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설정이 즉시 반영됩니다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S-80에서 상시 지정을 바꾸면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노면은 그 자리에서 반영됩니다.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예전에는 재시작 전까지 아무도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지점을 보지 않았습니다.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(인파는 추적 보존 위해 유지)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⚠ 노면 AI — 실시간 CCTV는 접습니다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SVRDD 45° 부감으로 4차 학습.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더 학습할수록 나빠졌습니다.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 12건→43건, 전부 차선 도색.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240p에서는 차선과 균열이 구분되지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않습니다 → 「참고 자료」로 한정.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v4.6 신규 — 오류 관리와 모델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S-92 · S-93 · S-61 · S-90 — 2026. 8. 15.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오류 관리 신설 (S-92·S-93)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밤사이 고장이 콘솔 로그로만 흘러가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아무도 보지 못했습니다.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화면·API + 백그라운드까지 수집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같은 오류는 한 줄로 묶어 횟수만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코드별 원인·해결방법을 함께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모델 시험 탐지 (S-61)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모델을 바꿔 보려면 코드를 고쳐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재기동해야 했습니다.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지점에 모델을 바꿔 가며 대 보고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미리보기 화면으로 눈으로 비교합니다.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탐지 0건이 「안 보임」일 수도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운영 모델을 화면에서 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노면은 저장 즉시 다음 순회부터,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침수·인파는 재기동해야 반영됩니다.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차이를 감추지 않고 화면에 적습니다 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「저장했습니다」로만 끝내면 바뀐 줄 알고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관제하게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계정 복구와 하드코딩 제거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시스템관리자 비밀번호를 모두 잃으면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복구 경로가 없었습니다 (CLI 신설).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S-61 의 「v0.3 · 개발중」 고정값을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파일·실적 기반 계산으로 교체했습니다.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사람의 판단은 편집 가능한 비고로 분리.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 3등급제와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전면 반응형은 채택하지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777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 데스크톱 고정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유동 레이아웃만 · 반응형 불필요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B 모바일 필수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로그인 · 이벤트상세 · 시민제보 · 알림승인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 태블릿까지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 · 통계 · 이력류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유동 레이아웃(고정 px 금지)은 전 34화면 필수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A군: 3교대 상황실은 고정 자리·고정 장비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ROI 설정은 정밀 좌표 클릭 — 터치 불가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⚠ 시설물 제어는 모바일 차단이 안전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QA 조합 136 → 60가지로 감소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 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 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 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 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 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 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 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①~⑪ 완료 · v4.2~4.4 추가분 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테스트 445개 통과. 세 도메인이 같은 화면 구성을 갖췄습니다.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⑭ 외부 연계는 착수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연계 규격을 하나도 확보하지 못했습니다.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v4.4 추가 — 노면 실시간 관제(S-44) · 세그폴트 방어 · 설정 즉시 반영 · 학습 데이터 수집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AI 실환경 성능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인파는 아직 모의(mock),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노면은 240p에서 차선 오탐 — 접음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AGPL 라이선스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침수는 BSD 전환 완료.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노면·마스킹은 여전히 Ultralytics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학습 환경·데이터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GPU 없음(CPU 18시간/4에폭).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손상이 보이는 주행 영상 미확보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운영 보안·개인정보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HTTPS 미적용, 파기 미구현,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학습 데이터 목적 외 이용 판단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v4.4  ·  2026-08-13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v4.7 신규 — 지점별 보정으로 기준과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S-80 — 2026. 8. 15.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기준은 있는데 단위가 달랐다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국내외 기준은 전부 물리 단위입니다.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침수심 cm · 명/㎡ · 구간 단위 지수.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그런데 CCTV 화면에서 알 수 있는 것은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면적 비율·격자 점유율·탐지 개수뿐 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기준이 있어도 연결할 수 없었습니다.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지점별 보정이 그 칸을 메운다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— 구간 길이(m) → 건/100m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— 화면4점↔실제4점 → 명/㎡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— 면적비↔침수심표 → cm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카메라 설정(S-80)에서 입력하며,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추가 장비는 인파·노면에 불필요합니다.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보정하지 않으면 「미보정」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0 이나 추정값을 보여 주지 않습니다.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보정 안 된 지점의 「3.2명/㎡」가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보정된 것처럼 보이면 그 화면을 더는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믿을 수 없게 되기 때문입니다.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관측 범위 밖도 외삽하지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연결되는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3·4·5명/㎡ — 국내 · Fruin LOS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5cm — 행안부 지하차도 통제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15·30cm — NWS/FEMA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— ASTM D6433 구간 단위 방식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실제 값 입력은 현장 실측이 필요합니다.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